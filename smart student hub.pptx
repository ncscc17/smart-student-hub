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8" r:id="rId4"/>
    <p:sldId id="259" r:id="rId5"/>
    <p:sldId id="261" r:id="rId6"/>
    <p:sldId id="262" r:id="rId7"/>
    <p:sldId id="263" r:id="rId8"/>
    <p:sldId id="264" r:id="rId9"/>
    <p:sldId id="265" r:id="rId10"/>
    <p:sldId id="266" r:id="rId11"/>
    <p:sldId id="267" r:id="rId12"/>
    <p:sldId id="269" r:id="rId13"/>
    <p:sldId id="270"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FB4EF-1842-4E01-AA81-6DCCECE09B70}" v="48" dt="2026-03-06T07:32:06.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atsharma73771@outlook.com" userId="bda6228ad22a7146" providerId="LiveId" clId="{CFDB7675-9503-447E-A58A-5975105C74F0}"/>
    <pc:docChg chg="undo custSel addSld delSld modSld">
      <pc:chgData name="bharatsharma73771@outlook.com" userId="bda6228ad22a7146" providerId="LiveId" clId="{CFDB7675-9503-447E-A58A-5975105C74F0}" dt="2026-03-06T15:48:46.214" v="492" actId="1076"/>
      <pc:docMkLst>
        <pc:docMk/>
      </pc:docMkLst>
      <pc:sldChg chg="modSp mod">
        <pc:chgData name="bharatsharma73771@outlook.com" userId="bda6228ad22a7146" providerId="LiveId" clId="{CFDB7675-9503-447E-A58A-5975105C74F0}" dt="2026-03-06T15:46:45.648" v="467" actId="20577"/>
        <pc:sldMkLst>
          <pc:docMk/>
          <pc:sldMk cId="3910923321" sldId="256"/>
        </pc:sldMkLst>
        <pc:spChg chg="mod">
          <ac:chgData name="bharatsharma73771@outlook.com" userId="bda6228ad22a7146" providerId="LiveId" clId="{CFDB7675-9503-447E-A58A-5975105C74F0}" dt="2026-03-06T15:46:45.648" v="467" actId="20577"/>
          <ac:spMkLst>
            <pc:docMk/>
            <pc:sldMk cId="3910923321" sldId="256"/>
            <ac:spMk id="3" creationId="{3EA5FCFC-E506-5E48-A877-FC4938576598}"/>
          </ac:spMkLst>
        </pc:spChg>
      </pc:sldChg>
      <pc:sldChg chg="modSp mod">
        <pc:chgData name="bharatsharma73771@outlook.com" userId="bda6228ad22a7146" providerId="LiveId" clId="{CFDB7675-9503-447E-A58A-5975105C74F0}" dt="2026-03-06T13:37:30.850" v="449" actId="27636"/>
        <pc:sldMkLst>
          <pc:docMk/>
          <pc:sldMk cId="1496355225" sldId="257"/>
        </pc:sldMkLst>
        <pc:spChg chg="mod">
          <ac:chgData name="bharatsharma73771@outlook.com" userId="bda6228ad22a7146" providerId="LiveId" clId="{CFDB7675-9503-447E-A58A-5975105C74F0}" dt="2026-03-06T13:37:30.850" v="449" actId="27636"/>
          <ac:spMkLst>
            <pc:docMk/>
            <pc:sldMk cId="1496355225" sldId="257"/>
            <ac:spMk id="3" creationId="{B11ECA4B-6B79-80FC-6FA5-0363486D5E35}"/>
          </ac:spMkLst>
        </pc:spChg>
      </pc:sldChg>
      <pc:sldChg chg="addSp delSp modSp del mod chgLayout">
        <pc:chgData name="bharatsharma73771@outlook.com" userId="bda6228ad22a7146" providerId="LiveId" clId="{CFDB7675-9503-447E-A58A-5975105C74F0}" dt="2026-03-05T12:53:37.086" v="40" actId="2696"/>
        <pc:sldMkLst>
          <pc:docMk/>
          <pc:sldMk cId="251465272" sldId="258"/>
        </pc:sldMkLst>
        <pc:spChg chg="mod ord">
          <ac:chgData name="bharatsharma73771@outlook.com" userId="bda6228ad22a7146" providerId="LiveId" clId="{CFDB7675-9503-447E-A58A-5975105C74F0}" dt="2026-03-05T12:53:21.327" v="38" actId="700"/>
          <ac:spMkLst>
            <pc:docMk/>
            <pc:sldMk cId="251465272" sldId="258"/>
            <ac:spMk id="2" creationId="{B21AE6B6-B25A-3D40-232E-0DA07DA9EE62}"/>
          </ac:spMkLst>
        </pc:spChg>
        <pc:spChg chg="mod ord">
          <ac:chgData name="bharatsharma73771@outlook.com" userId="bda6228ad22a7146" providerId="LiveId" clId="{CFDB7675-9503-447E-A58A-5975105C74F0}" dt="2026-03-05T12:53:21.327" v="38" actId="700"/>
          <ac:spMkLst>
            <pc:docMk/>
            <pc:sldMk cId="251465272" sldId="258"/>
            <ac:spMk id="3" creationId="{10328EEE-1F94-EA72-5C74-4354658C61A7}"/>
          </ac:spMkLst>
        </pc:spChg>
        <pc:spChg chg="add del mod">
          <ac:chgData name="bharatsharma73771@outlook.com" userId="bda6228ad22a7146" providerId="LiveId" clId="{CFDB7675-9503-447E-A58A-5975105C74F0}" dt="2026-03-05T12:53:10.954" v="37"/>
          <ac:spMkLst>
            <pc:docMk/>
            <pc:sldMk cId="251465272" sldId="258"/>
            <ac:spMk id="4" creationId="{D6D11DE7-129B-4F39-26F2-FED40F2EA296}"/>
          </ac:spMkLst>
        </pc:spChg>
        <pc:spChg chg="add">
          <ac:chgData name="bharatsharma73771@outlook.com" userId="bda6228ad22a7146" providerId="LiveId" clId="{CFDB7675-9503-447E-A58A-5975105C74F0}" dt="2026-03-05T12:53:08.271" v="35"/>
          <ac:spMkLst>
            <pc:docMk/>
            <pc:sldMk cId="251465272" sldId="258"/>
            <ac:spMk id="5" creationId="{070D28FB-733D-166E-EA26-EE7C93CDFA80}"/>
          </ac:spMkLst>
        </pc:spChg>
        <pc:spChg chg="add mod">
          <ac:chgData name="bharatsharma73771@outlook.com" userId="bda6228ad22a7146" providerId="LiveId" clId="{CFDB7675-9503-447E-A58A-5975105C74F0}" dt="2026-03-05T12:53:29.889" v="39"/>
          <ac:spMkLst>
            <pc:docMk/>
            <pc:sldMk cId="251465272" sldId="258"/>
            <ac:spMk id="6" creationId="{888DDD4E-93BD-1C69-9E1A-846EE4E682A1}"/>
          </ac:spMkLst>
        </pc:spChg>
      </pc:sldChg>
      <pc:sldChg chg="add del">
        <pc:chgData name="bharatsharma73771@outlook.com" userId="bda6228ad22a7146" providerId="LiveId" clId="{CFDB7675-9503-447E-A58A-5975105C74F0}" dt="2026-03-05T12:54:14.746" v="67" actId="2696"/>
        <pc:sldMkLst>
          <pc:docMk/>
          <pc:sldMk cId="331238440" sldId="258"/>
        </pc:sldMkLst>
      </pc:sldChg>
      <pc:sldChg chg="add del">
        <pc:chgData name="bharatsharma73771@outlook.com" userId="bda6228ad22a7146" providerId="LiveId" clId="{CFDB7675-9503-447E-A58A-5975105C74F0}" dt="2026-03-05T12:53:57.053" v="44" actId="2696"/>
        <pc:sldMkLst>
          <pc:docMk/>
          <pc:sldMk cId="3065317728" sldId="258"/>
        </pc:sldMkLst>
      </pc:sldChg>
      <pc:sldChg chg="addSp delSp modSp mod">
        <pc:chgData name="bharatsharma73771@outlook.com" userId="bda6228ad22a7146" providerId="LiveId" clId="{CFDB7675-9503-447E-A58A-5975105C74F0}" dt="2026-03-06T07:23:47.219" v="292" actId="20577"/>
        <pc:sldMkLst>
          <pc:docMk/>
          <pc:sldMk cId="1924378134" sldId="259"/>
        </pc:sldMkLst>
        <pc:spChg chg="mod">
          <ac:chgData name="bharatsharma73771@outlook.com" userId="bda6228ad22a7146" providerId="LiveId" clId="{CFDB7675-9503-447E-A58A-5975105C74F0}" dt="2026-03-06T07:15:53.745" v="238" actId="113"/>
          <ac:spMkLst>
            <pc:docMk/>
            <pc:sldMk cId="1924378134" sldId="259"/>
            <ac:spMk id="2" creationId="{DD2524B2-1EDE-E933-16DB-4278217E7CD3}"/>
          </ac:spMkLst>
        </pc:spChg>
        <pc:spChg chg="mod">
          <ac:chgData name="bharatsharma73771@outlook.com" userId="bda6228ad22a7146" providerId="LiveId" clId="{CFDB7675-9503-447E-A58A-5975105C74F0}" dt="2026-03-06T07:19:50.975" v="266" actId="20577"/>
          <ac:spMkLst>
            <pc:docMk/>
            <pc:sldMk cId="1924378134" sldId="259"/>
            <ac:spMk id="3" creationId="{211E5D65-EF94-3291-C207-82F2A99AB98F}"/>
          </ac:spMkLst>
        </pc:spChg>
        <pc:spChg chg="mod">
          <ac:chgData name="bharatsharma73771@outlook.com" userId="bda6228ad22a7146" providerId="LiveId" clId="{CFDB7675-9503-447E-A58A-5975105C74F0}" dt="2026-03-06T07:23:47.219" v="292" actId="20577"/>
          <ac:spMkLst>
            <pc:docMk/>
            <pc:sldMk cId="1924378134" sldId="259"/>
            <ac:spMk id="4" creationId="{9FC795A9-C41C-C46D-5774-60E0AA4110FF}"/>
          </ac:spMkLst>
        </pc:spChg>
        <pc:spChg chg="add del mod">
          <ac:chgData name="bharatsharma73771@outlook.com" userId="bda6228ad22a7146" providerId="LiveId" clId="{CFDB7675-9503-447E-A58A-5975105C74F0}" dt="2026-03-06T07:20:08.714" v="271"/>
          <ac:spMkLst>
            <pc:docMk/>
            <pc:sldMk cId="1924378134" sldId="259"/>
            <ac:spMk id="5" creationId="{1E70DAD3-793B-364A-C161-693A5A1B0914}"/>
          </ac:spMkLst>
        </pc:spChg>
        <pc:spChg chg="add mod">
          <ac:chgData name="bharatsharma73771@outlook.com" userId="bda6228ad22a7146" providerId="LiveId" clId="{CFDB7675-9503-447E-A58A-5975105C74F0}" dt="2026-03-06T07:20:33.589" v="274" actId="12"/>
          <ac:spMkLst>
            <pc:docMk/>
            <pc:sldMk cId="1924378134" sldId="259"/>
            <ac:spMk id="6" creationId="{A710532F-9183-A54D-32E0-C0A21E11E013}"/>
          </ac:spMkLst>
        </pc:spChg>
      </pc:sldChg>
      <pc:sldChg chg="modSp mod">
        <pc:chgData name="bharatsharma73771@outlook.com" userId="bda6228ad22a7146" providerId="LiveId" clId="{CFDB7675-9503-447E-A58A-5975105C74F0}" dt="2026-03-06T15:47:07.130" v="471" actId="313"/>
        <pc:sldMkLst>
          <pc:docMk/>
          <pc:sldMk cId="675908120" sldId="262"/>
        </pc:sldMkLst>
        <pc:spChg chg="mod">
          <ac:chgData name="bharatsharma73771@outlook.com" userId="bda6228ad22a7146" providerId="LiveId" clId="{CFDB7675-9503-447E-A58A-5975105C74F0}" dt="2026-03-06T15:47:07.130" v="471" actId="313"/>
          <ac:spMkLst>
            <pc:docMk/>
            <pc:sldMk cId="675908120" sldId="262"/>
            <ac:spMk id="3" creationId="{FCE4491E-A08C-7D35-F791-34AE021D42C8}"/>
          </ac:spMkLst>
        </pc:spChg>
      </pc:sldChg>
      <pc:sldChg chg="modSp mod">
        <pc:chgData name="bharatsharma73771@outlook.com" userId="bda6228ad22a7146" providerId="LiveId" clId="{CFDB7675-9503-447E-A58A-5975105C74F0}" dt="2026-03-06T15:47:40.699" v="476" actId="115"/>
        <pc:sldMkLst>
          <pc:docMk/>
          <pc:sldMk cId="2517492608" sldId="263"/>
        </pc:sldMkLst>
        <pc:spChg chg="mod">
          <ac:chgData name="bharatsharma73771@outlook.com" userId="bda6228ad22a7146" providerId="LiveId" clId="{CFDB7675-9503-447E-A58A-5975105C74F0}" dt="2026-03-06T15:47:40.699" v="476" actId="115"/>
          <ac:spMkLst>
            <pc:docMk/>
            <pc:sldMk cId="2517492608" sldId="263"/>
            <ac:spMk id="7" creationId="{F6A42916-7A65-5FD9-22FF-5F737E8B29CC}"/>
          </ac:spMkLst>
        </pc:spChg>
      </pc:sldChg>
      <pc:sldChg chg="modSp mod">
        <pc:chgData name="bharatsharma73771@outlook.com" userId="bda6228ad22a7146" providerId="LiveId" clId="{CFDB7675-9503-447E-A58A-5975105C74F0}" dt="2026-03-06T15:47:53.583" v="479" actId="115"/>
        <pc:sldMkLst>
          <pc:docMk/>
          <pc:sldMk cId="2105028553" sldId="264"/>
        </pc:sldMkLst>
        <pc:spChg chg="mod">
          <ac:chgData name="bharatsharma73771@outlook.com" userId="bda6228ad22a7146" providerId="LiveId" clId="{CFDB7675-9503-447E-A58A-5975105C74F0}" dt="2026-03-06T15:47:53.583" v="479" actId="115"/>
          <ac:spMkLst>
            <pc:docMk/>
            <pc:sldMk cId="2105028553" sldId="264"/>
            <ac:spMk id="5" creationId="{8DAF3503-17A4-D7D3-8723-2D217A996CED}"/>
          </ac:spMkLst>
        </pc:spChg>
      </pc:sldChg>
      <pc:sldChg chg="modSp mod">
        <pc:chgData name="bharatsharma73771@outlook.com" userId="bda6228ad22a7146" providerId="LiveId" clId="{CFDB7675-9503-447E-A58A-5975105C74F0}" dt="2026-03-06T15:48:03.200" v="482" actId="115"/>
        <pc:sldMkLst>
          <pc:docMk/>
          <pc:sldMk cId="1940318274" sldId="265"/>
        </pc:sldMkLst>
        <pc:spChg chg="mod">
          <ac:chgData name="bharatsharma73771@outlook.com" userId="bda6228ad22a7146" providerId="LiveId" clId="{CFDB7675-9503-447E-A58A-5975105C74F0}" dt="2026-03-06T15:48:03.200" v="482" actId="115"/>
          <ac:spMkLst>
            <pc:docMk/>
            <pc:sldMk cId="1940318274" sldId="265"/>
            <ac:spMk id="5" creationId="{9D0610BE-1F6E-0E0D-58BF-4D69A2EA59B5}"/>
          </ac:spMkLst>
        </pc:spChg>
      </pc:sldChg>
      <pc:sldChg chg="modSp mod">
        <pc:chgData name="bharatsharma73771@outlook.com" userId="bda6228ad22a7146" providerId="LiveId" clId="{CFDB7675-9503-447E-A58A-5975105C74F0}" dt="2026-03-06T15:48:22.241" v="486" actId="115"/>
        <pc:sldMkLst>
          <pc:docMk/>
          <pc:sldMk cId="2986409483" sldId="266"/>
        </pc:sldMkLst>
        <pc:spChg chg="mod">
          <ac:chgData name="bharatsharma73771@outlook.com" userId="bda6228ad22a7146" providerId="LiveId" clId="{CFDB7675-9503-447E-A58A-5975105C74F0}" dt="2026-03-06T15:48:22.241" v="486" actId="115"/>
          <ac:spMkLst>
            <pc:docMk/>
            <pc:sldMk cId="2986409483" sldId="266"/>
            <ac:spMk id="5" creationId="{28FC5033-8DA1-5FDD-1CDE-2A9908573115}"/>
          </ac:spMkLst>
        </pc:spChg>
      </pc:sldChg>
      <pc:sldChg chg="addSp delSp modSp mod">
        <pc:chgData name="bharatsharma73771@outlook.com" userId="bda6228ad22a7146" providerId="LiveId" clId="{CFDB7675-9503-447E-A58A-5975105C74F0}" dt="2026-03-06T15:48:46.214" v="492" actId="1076"/>
        <pc:sldMkLst>
          <pc:docMk/>
          <pc:sldMk cId="2243462684" sldId="267"/>
        </pc:sldMkLst>
        <pc:spChg chg="add mod">
          <ac:chgData name="bharatsharma73771@outlook.com" userId="bda6228ad22a7146" providerId="LiveId" clId="{CFDB7675-9503-447E-A58A-5975105C74F0}" dt="2026-03-06T15:48:36" v="489" actId="255"/>
          <ac:spMkLst>
            <pc:docMk/>
            <pc:sldMk cId="2243462684" sldId="267"/>
            <ac:spMk id="7" creationId="{21497DF8-2A39-F147-6F17-51C743F016A0}"/>
          </ac:spMkLst>
        </pc:spChg>
        <pc:picChg chg="add mod">
          <ac:chgData name="bharatsharma73771@outlook.com" userId="bda6228ad22a7146" providerId="LiveId" clId="{CFDB7675-9503-447E-A58A-5975105C74F0}" dt="2026-03-06T15:48:46.214" v="492" actId="1076"/>
          <ac:picMkLst>
            <pc:docMk/>
            <pc:sldMk cId="2243462684" sldId="267"/>
            <ac:picMk id="3" creationId="{66799817-A07F-9067-3D88-92A3410AB336}"/>
          </ac:picMkLst>
        </pc:picChg>
        <pc:picChg chg="add del mod">
          <ac:chgData name="bharatsharma73771@outlook.com" userId="bda6228ad22a7146" providerId="LiveId" clId="{CFDB7675-9503-447E-A58A-5975105C74F0}" dt="2026-03-06T15:48:42.856" v="491" actId="21"/>
          <ac:picMkLst>
            <pc:docMk/>
            <pc:sldMk cId="2243462684" sldId="267"/>
            <ac:picMk id="5" creationId="{3EF92085-7CC7-F8C5-CA8D-489783438545}"/>
          </ac:picMkLst>
        </pc:picChg>
      </pc:sldChg>
      <pc:sldChg chg="addSp delSp modSp new mod chgLayout">
        <pc:chgData name="bharatsharma73771@outlook.com" userId="bda6228ad22a7146" providerId="LiveId" clId="{CFDB7675-9503-447E-A58A-5975105C74F0}" dt="2026-03-06T13:44:55.625" v="453" actId="255"/>
        <pc:sldMkLst>
          <pc:docMk/>
          <pc:sldMk cId="162794406" sldId="268"/>
        </pc:sldMkLst>
        <pc:spChg chg="mod ord">
          <ac:chgData name="bharatsharma73771@outlook.com" userId="bda6228ad22a7146" providerId="LiveId" clId="{CFDB7675-9503-447E-A58A-5975105C74F0}" dt="2026-03-06T07:24:54.606" v="294" actId="700"/>
          <ac:spMkLst>
            <pc:docMk/>
            <pc:sldMk cId="162794406" sldId="268"/>
            <ac:spMk id="2" creationId="{74C0C3AF-8948-5EC9-ECBF-9DC4A3179672}"/>
          </ac:spMkLst>
        </pc:spChg>
        <pc:spChg chg="del mod">
          <ac:chgData name="bharatsharma73771@outlook.com" userId="bda6228ad22a7146" providerId="LiveId" clId="{CFDB7675-9503-447E-A58A-5975105C74F0}" dt="2026-03-06T07:22:00.234" v="275"/>
          <ac:spMkLst>
            <pc:docMk/>
            <pc:sldMk cId="162794406" sldId="268"/>
            <ac:spMk id="3" creationId="{BE1CC24B-255B-EBC1-D6C0-D6F8A1877199}"/>
          </ac:spMkLst>
        </pc:spChg>
        <pc:spChg chg="add del mod">
          <ac:chgData name="bharatsharma73771@outlook.com" userId="bda6228ad22a7146" providerId="LiveId" clId="{CFDB7675-9503-447E-A58A-5975105C74F0}" dt="2026-03-06T07:24:54.606" v="294" actId="700"/>
          <ac:spMkLst>
            <pc:docMk/>
            <pc:sldMk cId="162794406" sldId="268"/>
            <ac:spMk id="4" creationId="{17EF1097-08B5-3387-D050-CB75F86F160D}"/>
          </ac:spMkLst>
        </pc:spChg>
        <pc:spChg chg="add del mod ord">
          <ac:chgData name="bharatsharma73771@outlook.com" userId="bda6228ad22a7146" providerId="LiveId" clId="{CFDB7675-9503-447E-A58A-5975105C74F0}" dt="2026-03-06T07:30:13.118" v="424" actId="478"/>
          <ac:spMkLst>
            <pc:docMk/>
            <pc:sldMk cId="162794406" sldId="268"/>
            <ac:spMk id="5" creationId="{F5B00B12-D279-AB92-838C-631F0248C8FF}"/>
          </ac:spMkLst>
        </pc:spChg>
        <pc:spChg chg="add del mod">
          <ac:chgData name="bharatsharma73771@outlook.com" userId="bda6228ad22a7146" providerId="LiveId" clId="{CFDB7675-9503-447E-A58A-5975105C74F0}" dt="2026-03-06T07:29:08.873" v="415"/>
          <ac:spMkLst>
            <pc:docMk/>
            <pc:sldMk cId="162794406" sldId="268"/>
            <ac:spMk id="6" creationId="{AE691108-6C06-1780-0717-CD57D4605320}"/>
          </ac:spMkLst>
        </pc:spChg>
        <pc:spChg chg="add del mod">
          <ac:chgData name="bharatsharma73771@outlook.com" userId="bda6228ad22a7146" providerId="LiveId" clId="{CFDB7675-9503-447E-A58A-5975105C74F0}" dt="2026-03-06T07:29:24.721" v="417" actId="21"/>
          <ac:spMkLst>
            <pc:docMk/>
            <pc:sldMk cId="162794406" sldId="268"/>
            <ac:spMk id="7" creationId="{72B794F7-75CF-B42A-AF13-26BF0A774E63}"/>
          </ac:spMkLst>
        </pc:spChg>
        <pc:spChg chg="add del mod">
          <ac:chgData name="bharatsharma73771@outlook.com" userId="bda6228ad22a7146" providerId="LiveId" clId="{CFDB7675-9503-447E-A58A-5975105C74F0}" dt="2026-03-06T07:32:19.877" v="445"/>
          <ac:spMkLst>
            <pc:docMk/>
            <pc:sldMk cId="162794406" sldId="268"/>
            <ac:spMk id="8" creationId="{D472BF81-3CE8-8B44-3354-0C876D70C828}"/>
          </ac:spMkLst>
        </pc:spChg>
        <pc:spChg chg="add mod">
          <ac:chgData name="bharatsharma73771@outlook.com" userId="bda6228ad22a7146" providerId="LiveId" clId="{CFDB7675-9503-447E-A58A-5975105C74F0}" dt="2026-03-06T13:44:55.625" v="453" actId="255"/>
          <ac:spMkLst>
            <pc:docMk/>
            <pc:sldMk cId="162794406" sldId="268"/>
            <ac:spMk id="9" creationId="{9DF7D7E8-CF31-7122-EA47-B21B1325355A}"/>
          </ac:spMkLst>
        </pc:spChg>
        <pc:spChg chg="add del mod">
          <ac:chgData name="bharatsharma73771@outlook.com" userId="bda6228ad22a7146" providerId="LiveId" clId="{CFDB7675-9503-447E-A58A-5975105C74F0}" dt="2026-03-06T07:32:19.882" v="447"/>
          <ac:spMkLst>
            <pc:docMk/>
            <pc:sldMk cId="162794406" sldId="268"/>
            <ac:spMk id="10" creationId="{9BD2DF1B-F72B-CF09-C155-276BB9C01CFF}"/>
          </ac:spMkLst>
        </pc:spChg>
      </pc:sldChg>
      <pc:sldChg chg="new del">
        <pc:chgData name="bharatsharma73771@outlook.com" userId="bda6228ad22a7146" providerId="LiveId" clId="{CFDB7675-9503-447E-A58A-5975105C74F0}" dt="2026-03-05T12:53:54.086" v="43" actId="2696"/>
        <pc:sldMkLst>
          <pc:docMk/>
          <pc:sldMk cId="2656826367" sldId="268"/>
        </pc:sldMkLst>
      </pc:sldChg>
      <pc:sldChg chg="modSp new del mod">
        <pc:chgData name="bharatsharma73771@outlook.com" userId="bda6228ad22a7146" providerId="LiveId" clId="{CFDB7675-9503-447E-A58A-5975105C74F0}" dt="2026-03-05T12:54:11.293" v="66" actId="2696"/>
        <pc:sldMkLst>
          <pc:docMk/>
          <pc:sldMk cId="3856575997" sldId="268"/>
        </pc:sldMkLst>
        <pc:spChg chg="mod">
          <ac:chgData name="bharatsharma73771@outlook.com" userId="bda6228ad22a7146" providerId="LiveId" clId="{CFDB7675-9503-447E-A58A-5975105C74F0}" dt="2026-03-05T12:54:06.316" v="64" actId="20577"/>
          <ac:spMkLst>
            <pc:docMk/>
            <pc:sldMk cId="3856575997" sldId="268"/>
            <ac:spMk id="3" creationId="{4107E52A-FE11-341D-E542-C3F60D34DAC8}"/>
          </ac:spMkLst>
        </pc:spChg>
      </pc:sldChg>
      <pc:sldChg chg="addSp modSp new mod modClrScheme chgLayout">
        <pc:chgData name="bharatsharma73771@outlook.com" userId="bda6228ad22a7146" providerId="LiveId" clId="{CFDB7675-9503-447E-A58A-5975105C74F0}" dt="2026-03-06T15:47:28.121" v="475" actId="115"/>
        <pc:sldMkLst>
          <pc:docMk/>
          <pc:sldMk cId="2437996440" sldId="269"/>
        </pc:sldMkLst>
        <pc:spChg chg="add mod">
          <ac:chgData name="bharatsharma73771@outlook.com" userId="bda6228ad22a7146" providerId="LiveId" clId="{CFDB7675-9503-447E-A58A-5975105C74F0}" dt="2026-03-06T15:47:28.121" v="475" actId="115"/>
          <ac:spMkLst>
            <pc:docMk/>
            <pc:sldMk cId="2437996440" sldId="269"/>
            <ac:spMk id="2" creationId="{C095887C-478B-9E67-DDE1-278C0A249B94}"/>
          </ac:spMkLst>
        </pc:spChg>
        <pc:spChg chg="add mod">
          <ac:chgData name="bharatsharma73771@outlook.com" userId="bda6228ad22a7146" providerId="LiveId" clId="{CFDB7675-9503-447E-A58A-5975105C74F0}" dt="2026-03-06T07:08:02.060" v="204" actId="12"/>
          <ac:spMkLst>
            <pc:docMk/>
            <pc:sldMk cId="2437996440" sldId="269"/>
            <ac:spMk id="3" creationId="{7776DF9C-D105-FED4-7DC4-FA011718EF70}"/>
          </ac:spMkLst>
        </pc:spChg>
      </pc:sldChg>
      <pc:sldChg chg="addSp delSp modSp new mod">
        <pc:chgData name="bharatsharma73771@outlook.com" userId="bda6228ad22a7146" providerId="LiveId" clId="{CFDB7675-9503-447E-A58A-5975105C74F0}" dt="2026-03-06T15:47:20.443" v="473" actId="115"/>
        <pc:sldMkLst>
          <pc:docMk/>
          <pc:sldMk cId="1280598615" sldId="270"/>
        </pc:sldMkLst>
        <pc:spChg chg="mod">
          <ac:chgData name="bharatsharma73771@outlook.com" userId="bda6228ad22a7146" providerId="LiveId" clId="{CFDB7675-9503-447E-A58A-5975105C74F0}" dt="2026-03-06T15:47:20.443" v="473" actId="115"/>
          <ac:spMkLst>
            <pc:docMk/>
            <pc:sldMk cId="1280598615" sldId="270"/>
            <ac:spMk id="2" creationId="{02BAEC22-CB3C-F1F3-1DA4-E3B073DB6095}"/>
          </ac:spMkLst>
        </pc:spChg>
        <pc:spChg chg="del mod">
          <ac:chgData name="bharatsharma73771@outlook.com" userId="bda6228ad22a7146" providerId="LiveId" clId="{CFDB7675-9503-447E-A58A-5975105C74F0}" dt="2026-03-06T07:14:34.216" v="224"/>
          <ac:spMkLst>
            <pc:docMk/>
            <pc:sldMk cId="1280598615" sldId="270"/>
            <ac:spMk id="3" creationId="{AB52A037-CFC4-55C6-FBD7-96D4F18A582D}"/>
          </ac:spMkLst>
        </pc:spChg>
        <pc:spChg chg="add mod">
          <ac:chgData name="bharatsharma73771@outlook.com" userId="bda6228ad22a7146" providerId="LiveId" clId="{CFDB7675-9503-447E-A58A-5975105C74F0}" dt="2026-03-06T07:15:30.693" v="235" actId="12"/>
          <ac:spMkLst>
            <pc:docMk/>
            <pc:sldMk cId="1280598615" sldId="270"/>
            <ac:spMk id="4" creationId="{559F36E1-A829-F715-B622-8360F0F7FD1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2F1F39-F572-46B7-B075-E8E40E37D32D}" type="datetimeFigureOut">
              <a:rPr lang="en-IN" smtClean="0"/>
              <a:t>06-03-2026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94E34B-222A-45FC-A38E-3017152CAC06}" type="slidenum">
              <a:rPr lang="en-IN" smtClean="0"/>
              <a:t>‹#›</a:t>
            </a:fld>
            <a:endParaRPr lang="en-IN"/>
          </a:p>
        </p:txBody>
      </p:sp>
    </p:spTree>
    <p:extLst>
      <p:ext uri="{BB962C8B-B14F-4D97-AF65-F5344CB8AC3E}">
        <p14:creationId xmlns:p14="http://schemas.microsoft.com/office/powerpoint/2010/main" val="1587619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94E34B-222A-45FC-A38E-3017152CAC06}" type="slidenum">
              <a:rPr lang="en-IN" smtClean="0"/>
              <a:t>3</a:t>
            </a:fld>
            <a:endParaRPr lang="en-IN"/>
          </a:p>
        </p:txBody>
      </p:sp>
    </p:spTree>
    <p:extLst>
      <p:ext uri="{BB962C8B-B14F-4D97-AF65-F5344CB8AC3E}">
        <p14:creationId xmlns:p14="http://schemas.microsoft.com/office/powerpoint/2010/main" val="845787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94E34B-222A-45FC-A38E-3017152CAC06}" type="slidenum">
              <a:rPr lang="en-IN" smtClean="0"/>
              <a:t>4</a:t>
            </a:fld>
            <a:endParaRPr lang="en-IN"/>
          </a:p>
        </p:txBody>
      </p:sp>
    </p:spTree>
    <p:extLst>
      <p:ext uri="{BB962C8B-B14F-4D97-AF65-F5344CB8AC3E}">
        <p14:creationId xmlns:p14="http://schemas.microsoft.com/office/powerpoint/2010/main" val="860669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4642-ACFE-175F-F8BE-945C5A2745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034213-9FDC-44CF-7BE7-B3AC0FDD63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4022E3-88C5-067E-1844-C89BF66B9EBF}"/>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5" name="Footer Placeholder 4">
            <a:extLst>
              <a:ext uri="{FF2B5EF4-FFF2-40B4-BE49-F238E27FC236}">
                <a16:creationId xmlns:a16="http://schemas.microsoft.com/office/drawing/2014/main" id="{4E3D2210-A70E-5666-88FF-BDEA1C2329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E23618-B0C4-DE64-1A7C-DFAE409ECA08}"/>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1721318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F77D0-D1D2-9F21-53E1-7E9C0D39A3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F364F1-3A6D-9E2A-433B-5A35D092FA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DB5BC7-DA1B-7C5B-AF29-6CDE76112672}"/>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5" name="Footer Placeholder 4">
            <a:extLst>
              <a:ext uri="{FF2B5EF4-FFF2-40B4-BE49-F238E27FC236}">
                <a16:creationId xmlns:a16="http://schemas.microsoft.com/office/drawing/2014/main" id="{E756AF9F-132E-7496-329B-1F1ABB19B4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A37AE0-A714-8B95-CBED-4E2153968BED}"/>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2173181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F8A63-A810-EA1B-A3FD-37D0A6CA3F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78C9A1-96F2-9305-ED46-E1644D6F4B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A4BCFC-5D15-1AD3-A348-149ECF32A8C1}"/>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5" name="Footer Placeholder 4">
            <a:extLst>
              <a:ext uri="{FF2B5EF4-FFF2-40B4-BE49-F238E27FC236}">
                <a16:creationId xmlns:a16="http://schemas.microsoft.com/office/drawing/2014/main" id="{62E38D89-CA29-7924-204D-C7942F6463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16DCE1-25A1-A474-AC24-864003E86508}"/>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1301609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4B5D0-5475-0617-F3F9-38A44DBE98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D93B0E-27E5-D6E3-C045-987BAA9863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8A28A01-29D1-0C1E-A933-09E5E2D06F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873F32A-1DA0-5107-A4CC-687AE5D05004}"/>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6" name="Footer Placeholder 5">
            <a:extLst>
              <a:ext uri="{FF2B5EF4-FFF2-40B4-BE49-F238E27FC236}">
                <a16:creationId xmlns:a16="http://schemas.microsoft.com/office/drawing/2014/main" id="{DDE36E11-9262-8847-B0E2-3775B8F31B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D18E8E-9B44-C20E-EAF2-D22A9B06A8A5}"/>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1225957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F4D47-BB1B-74BD-D1B4-3B3468816D6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CCA632-FC2A-D010-BDBE-2CA697C2EC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29CE3-853E-F773-7CE9-444A8A9BA3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1A0BFD-2C82-F822-E4F3-34DAC281FA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0466FD-F60C-1040-DE7C-5CCF8E6934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B55D68-46CF-CE6E-2F7F-6EC92232F3B5}"/>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8" name="Footer Placeholder 7">
            <a:extLst>
              <a:ext uri="{FF2B5EF4-FFF2-40B4-BE49-F238E27FC236}">
                <a16:creationId xmlns:a16="http://schemas.microsoft.com/office/drawing/2014/main" id="{0D7C4747-C33A-1169-230A-0E11573416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0465173-DBF1-769C-9ABA-A3C4A01DD8FD}"/>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3030418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327F3-1395-9377-404F-D9953429AF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92B025-2E36-0C84-A34A-AB57C98D1169}"/>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4" name="Footer Placeholder 3">
            <a:extLst>
              <a:ext uri="{FF2B5EF4-FFF2-40B4-BE49-F238E27FC236}">
                <a16:creationId xmlns:a16="http://schemas.microsoft.com/office/drawing/2014/main" id="{76B851C7-0A30-D421-B4B5-682F7EA420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EB5358-CF63-E2EB-C7E1-7EF8DDE13D12}"/>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2090568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3C6CF6-3963-1104-CF90-81F0DA2FAC60}"/>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3" name="Footer Placeholder 2">
            <a:extLst>
              <a:ext uri="{FF2B5EF4-FFF2-40B4-BE49-F238E27FC236}">
                <a16:creationId xmlns:a16="http://schemas.microsoft.com/office/drawing/2014/main" id="{AA11654E-C696-F3AC-9BED-A7ABDA9DF5E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982B2B-2BFC-A405-B243-59C943ED7A77}"/>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3508047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18D75-3CE3-EE42-25C9-94DE2BB6BB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CC69D2-3E27-AE5F-DE7F-2A158BC2E3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B1D64E-6AE4-3464-EDA3-D8D09305BE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BAC0D2-01D0-C77E-06BF-1463E188AE04}"/>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6" name="Footer Placeholder 5">
            <a:extLst>
              <a:ext uri="{FF2B5EF4-FFF2-40B4-BE49-F238E27FC236}">
                <a16:creationId xmlns:a16="http://schemas.microsoft.com/office/drawing/2014/main" id="{B02A4FEF-07E6-EECB-2880-8D32554DF2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8AE45F-81E5-5263-F030-EB9266AE52A6}"/>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1659469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FD2-B877-4FD0-6B6E-85FEAB2C43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B3044B-497A-5888-E6CC-4AA1D3793B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A14C2E-85D5-7A15-F84A-975801EE1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40B0CA-33A1-9114-6EAF-F9E7917BFF86}"/>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6" name="Footer Placeholder 5">
            <a:extLst>
              <a:ext uri="{FF2B5EF4-FFF2-40B4-BE49-F238E27FC236}">
                <a16:creationId xmlns:a16="http://schemas.microsoft.com/office/drawing/2014/main" id="{FF387D19-35C5-E096-96F1-498349F6D6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FCA0D0-2D28-5A42-A503-0FD98BADDFAA}"/>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3880439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1857-883C-E70D-A842-A406601B00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DCDFCC-53C3-A5F2-0694-F5046FAFF6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D64973-F171-99C5-93F1-668FB03BDE72}"/>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5" name="Footer Placeholder 4">
            <a:extLst>
              <a:ext uri="{FF2B5EF4-FFF2-40B4-BE49-F238E27FC236}">
                <a16:creationId xmlns:a16="http://schemas.microsoft.com/office/drawing/2014/main" id="{5720CE9E-9BE0-2037-F486-5C2D286009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4D510A-5614-4A7D-2A95-54DDCFBB7AB2}"/>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296513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93B660-3422-9574-246B-2A2618EF20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2C1AB0-D5CB-BDE8-1454-C4C0F1B83C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4D9EE2-2DC0-6E90-4F7C-0A19828EB3F6}"/>
              </a:ext>
            </a:extLst>
          </p:cNvPr>
          <p:cNvSpPr>
            <a:spLocks noGrp="1"/>
          </p:cNvSpPr>
          <p:nvPr>
            <p:ph type="dt" sz="half" idx="10"/>
          </p:nvPr>
        </p:nvSpPr>
        <p:spPr/>
        <p:txBody>
          <a:bodyPr/>
          <a:lstStyle/>
          <a:p>
            <a:fld id="{248E3989-D764-4847-9AF5-3EF00340580A}" type="datetimeFigureOut">
              <a:rPr lang="en-IN" smtClean="0"/>
              <a:t>06-03-2026</a:t>
            </a:fld>
            <a:endParaRPr lang="en-IN"/>
          </a:p>
        </p:txBody>
      </p:sp>
      <p:sp>
        <p:nvSpPr>
          <p:cNvPr id="5" name="Footer Placeholder 4">
            <a:extLst>
              <a:ext uri="{FF2B5EF4-FFF2-40B4-BE49-F238E27FC236}">
                <a16:creationId xmlns:a16="http://schemas.microsoft.com/office/drawing/2014/main" id="{A2A96CCC-C587-3501-AAAB-02C982455B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5B3807-6481-F4D7-77BA-667409D0DBCD}"/>
              </a:ext>
            </a:extLst>
          </p:cNvPr>
          <p:cNvSpPr>
            <a:spLocks noGrp="1"/>
          </p:cNvSpPr>
          <p:nvPr>
            <p:ph type="sldNum" sz="quarter" idx="12"/>
          </p:nvPr>
        </p:nvSpPr>
        <p:spPr/>
        <p:txBody>
          <a:bodyPr/>
          <a:lstStyle/>
          <a:p>
            <a:fld id="{919901E0-D423-4E61-AB7B-C9700370DF6C}" type="slidenum">
              <a:rPr lang="en-IN" smtClean="0"/>
              <a:t>‹#›</a:t>
            </a:fld>
            <a:endParaRPr lang="en-IN"/>
          </a:p>
        </p:txBody>
      </p:sp>
    </p:spTree>
    <p:extLst>
      <p:ext uri="{BB962C8B-B14F-4D97-AF65-F5344CB8AC3E}">
        <p14:creationId xmlns:p14="http://schemas.microsoft.com/office/powerpoint/2010/main" val="3750755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2F7216-3680-509E-4AA3-16E6A4578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63D211-14EE-5AD7-9DCD-FEBC048465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C5E66A-135B-0B15-7C2C-1BB02AFB26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8E3989-D764-4847-9AF5-3EF00340580A}" type="datetimeFigureOut">
              <a:rPr lang="en-IN" smtClean="0"/>
              <a:t>06-03-2026</a:t>
            </a:fld>
            <a:endParaRPr lang="en-IN"/>
          </a:p>
        </p:txBody>
      </p:sp>
      <p:sp>
        <p:nvSpPr>
          <p:cNvPr id="5" name="Footer Placeholder 4">
            <a:extLst>
              <a:ext uri="{FF2B5EF4-FFF2-40B4-BE49-F238E27FC236}">
                <a16:creationId xmlns:a16="http://schemas.microsoft.com/office/drawing/2014/main" id="{766F35AA-0165-47D0-F2FD-18761A12C9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334443E-83B0-C14F-61EC-916F1042AA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9901E0-D423-4E61-AB7B-C9700370DF6C}" type="slidenum">
              <a:rPr lang="en-IN" smtClean="0"/>
              <a:t>‹#›</a:t>
            </a:fld>
            <a:endParaRPr lang="en-IN"/>
          </a:p>
        </p:txBody>
      </p:sp>
    </p:spTree>
    <p:extLst>
      <p:ext uri="{BB962C8B-B14F-4D97-AF65-F5344CB8AC3E}">
        <p14:creationId xmlns:p14="http://schemas.microsoft.com/office/powerpoint/2010/main" val="4205311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BD362-4D48-56D4-D8BA-C824497B4648}"/>
              </a:ext>
            </a:extLst>
          </p:cNvPr>
          <p:cNvSpPr>
            <a:spLocks noGrp="1"/>
          </p:cNvSpPr>
          <p:nvPr>
            <p:ph type="ctrTitle"/>
          </p:nvPr>
        </p:nvSpPr>
        <p:spPr>
          <a:xfrm>
            <a:off x="1524000" y="282678"/>
            <a:ext cx="9144000" cy="2387600"/>
          </a:xfrm>
        </p:spPr>
        <p:txBody>
          <a:bodyPr>
            <a:normAutofit fontScale="90000"/>
          </a:bodyPr>
          <a:lstStyle/>
          <a:p>
            <a:r>
              <a:rPr lang="en-US" dirty="0"/>
              <a:t> </a:t>
            </a:r>
            <a:br>
              <a:rPr lang="en-US" dirty="0"/>
            </a:br>
            <a:br>
              <a:rPr lang="en-US" dirty="0"/>
            </a:br>
            <a:br>
              <a:rPr lang="en-US" dirty="0"/>
            </a:br>
            <a:r>
              <a:rPr lang="en-US" sz="7300" b="1" dirty="0"/>
              <a:t>Smart Student Hub</a:t>
            </a:r>
            <a:endParaRPr lang="en-IN" sz="7300" b="1" dirty="0"/>
          </a:p>
        </p:txBody>
      </p:sp>
      <p:sp>
        <p:nvSpPr>
          <p:cNvPr id="3" name="Subtitle 2">
            <a:extLst>
              <a:ext uri="{FF2B5EF4-FFF2-40B4-BE49-F238E27FC236}">
                <a16:creationId xmlns:a16="http://schemas.microsoft.com/office/drawing/2014/main" id="{3EA5FCFC-E506-5E48-A877-FC4938576598}"/>
              </a:ext>
            </a:extLst>
          </p:cNvPr>
          <p:cNvSpPr>
            <a:spLocks noGrp="1"/>
          </p:cNvSpPr>
          <p:nvPr>
            <p:ph type="subTitle" idx="1"/>
          </p:nvPr>
        </p:nvSpPr>
        <p:spPr>
          <a:xfrm>
            <a:off x="1524000" y="3562709"/>
            <a:ext cx="9144000" cy="1655762"/>
          </a:xfrm>
        </p:spPr>
        <p:txBody>
          <a:bodyPr>
            <a:normAutofit fontScale="25000" lnSpcReduction="20000"/>
          </a:bodyPr>
          <a:lstStyle/>
          <a:p>
            <a:pPr algn="l"/>
            <a:r>
              <a:rPr lang="en-US" sz="9600" b="1" dirty="0"/>
              <a:t>TEAM NO : 10 </a:t>
            </a:r>
          </a:p>
          <a:p>
            <a:pPr algn="l"/>
            <a:r>
              <a:rPr lang="en-US" sz="9600" b="1" dirty="0"/>
              <a:t>NAME</a:t>
            </a:r>
            <a:r>
              <a:rPr lang="en-US" sz="9600" dirty="0"/>
              <a:t> : A.Avinash (111723043048)</a:t>
            </a:r>
          </a:p>
          <a:p>
            <a:pPr algn="l"/>
            <a:r>
              <a:rPr lang="en-US" sz="9600" dirty="0"/>
              <a:t>             Tamanna Singh (111723043017)</a:t>
            </a:r>
          </a:p>
          <a:p>
            <a:pPr algn="l"/>
            <a:r>
              <a:rPr lang="en-US" sz="9600" dirty="0"/>
              <a:t>             Swati Sharma(111723043016)</a:t>
            </a:r>
          </a:p>
          <a:p>
            <a:pPr algn="l"/>
            <a:br>
              <a:rPr lang="en-US" sz="9600" dirty="0"/>
            </a:br>
            <a:r>
              <a:rPr lang="en-US" sz="9600" b="1" dirty="0"/>
              <a:t>Guide</a:t>
            </a:r>
            <a:r>
              <a:rPr lang="en-US" sz="9600" dirty="0"/>
              <a:t> : Ms.O.Sirisha</a:t>
            </a:r>
          </a:p>
          <a:p>
            <a:pPr algn="l"/>
            <a:r>
              <a:rPr lang="en-US" sz="9600" dirty="0"/>
              <a:t>Department: B.Sc Computer Science and Cloud Computing</a:t>
            </a:r>
          </a:p>
          <a:p>
            <a:endParaRPr lang="en-IN" dirty="0"/>
          </a:p>
        </p:txBody>
      </p:sp>
    </p:spTree>
    <p:extLst>
      <p:ext uri="{BB962C8B-B14F-4D97-AF65-F5344CB8AC3E}">
        <p14:creationId xmlns:p14="http://schemas.microsoft.com/office/powerpoint/2010/main" val="3910923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04ED-2ABA-5A0D-366A-A7BCD28F230F}"/>
              </a:ext>
            </a:extLst>
          </p:cNvPr>
          <p:cNvSpPr>
            <a:spLocks noGrp="1"/>
          </p:cNvSpPr>
          <p:nvPr>
            <p:ph type="title"/>
          </p:nvPr>
        </p:nvSpPr>
        <p:spPr>
          <a:xfrm>
            <a:off x="838200" y="247138"/>
            <a:ext cx="10515600" cy="1325563"/>
          </a:xfrm>
        </p:spPr>
        <p:txBody>
          <a:bodyPr/>
          <a:lstStyle/>
          <a:p>
            <a:r>
              <a:rPr lang="en-US" b="1" dirty="0"/>
              <a:t>                                </a:t>
            </a:r>
            <a:r>
              <a:rPr lang="en-US" b="1" u="sng" dirty="0"/>
              <a:t>Abstract </a:t>
            </a:r>
            <a:endParaRPr lang="en-IN" u="sng" dirty="0"/>
          </a:p>
        </p:txBody>
      </p:sp>
      <p:sp>
        <p:nvSpPr>
          <p:cNvPr id="3" name="Content Placeholder 2">
            <a:extLst>
              <a:ext uri="{FF2B5EF4-FFF2-40B4-BE49-F238E27FC236}">
                <a16:creationId xmlns:a16="http://schemas.microsoft.com/office/drawing/2014/main" id="{B11ECA4B-6B79-80FC-6FA5-0363486D5E35}"/>
              </a:ext>
            </a:extLst>
          </p:cNvPr>
          <p:cNvSpPr>
            <a:spLocks noGrp="1"/>
          </p:cNvSpPr>
          <p:nvPr>
            <p:ph idx="1"/>
          </p:nvPr>
        </p:nvSpPr>
        <p:spPr>
          <a:xfrm>
            <a:off x="838200" y="1251283"/>
            <a:ext cx="10497876" cy="4972535"/>
          </a:xfrm>
        </p:spPr>
        <p:txBody>
          <a:bodyPr>
            <a:normAutofit lnSpcReduction="10000"/>
          </a:bodyPr>
          <a:lstStyle/>
          <a:p>
            <a:pPr marL="0" indent="0" algn="just">
              <a:buNone/>
            </a:pPr>
            <a:r>
              <a:rPr lang="en-US" dirty="0"/>
              <a:t>India’s higher education system is gradually adopting digital technologies, but many student achievements are still stored in paper documents or scattered files. This makes it difficult for students to manage and present their accomplishments effectively. It also increases the workload for teachers and institutions during verification and documentation. Smart Student Hub is designed to solve this problem by providing a centralized digital platform to store and manage academic and co-curricular records. Students can upload their achievements, while faculty members verify them to ensure authenticity. The system automatically generates a digital portfolio for each student. Recruiters can also access verified student profiles to evaluate candidates efficiently. Overall, Smart Student Hub helps save time, reduce administrative work, and improve student visibility in the digital education ecosystem.</a:t>
            </a:r>
          </a:p>
        </p:txBody>
      </p:sp>
    </p:spTree>
    <p:extLst>
      <p:ext uri="{BB962C8B-B14F-4D97-AF65-F5344CB8AC3E}">
        <p14:creationId xmlns:p14="http://schemas.microsoft.com/office/powerpoint/2010/main" val="1496355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0C3AF-8948-5EC9-ECBF-9DC4A3179672}"/>
              </a:ext>
            </a:extLst>
          </p:cNvPr>
          <p:cNvSpPr>
            <a:spLocks noGrp="1"/>
          </p:cNvSpPr>
          <p:nvPr>
            <p:ph type="title"/>
          </p:nvPr>
        </p:nvSpPr>
        <p:spPr/>
        <p:txBody>
          <a:bodyPr/>
          <a:lstStyle/>
          <a:p>
            <a:r>
              <a:rPr lang="en-US" dirty="0"/>
              <a:t>                      </a:t>
            </a:r>
            <a:r>
              <a:rPr lang="en-US" b="1" u="sng" dirty="0"/>
              <a:t>INTRODUCTION</a:t>
            </a:r>
            <a:endParaRPr lang="en-IN" b="1" u="sng" dirty="0"/>
          </a:p>
        </p:txBody>
      </p:sp>
      <p:sp>
        <p:nvSpPr>
          <p:cNvPr id="9" name="Rectangle 5">
            <a:extLst>
              <a:ext uri="{FF2B5EF4-FFF2-40B4-BE49-F238E27FC236}">
                <a16:creationId xmlns:a16="http://schemas.microsoft.com/office/drawing/2014/main" id="{9DF7D7E8-CF31-7122-EA47-B21B1325355A}"/>
              </a:ext>
            </a:extLst>
          </p:cNvPr>
          <p:cNvSpPr>
            <a:spLocks noChangeArrowheads="1"/>
          </p:cNvSpPr>
          <p:nvPr/>
        </p:nvSpPr>
        <p:spPr bwMode="auto">
          <a:xfrm rot="10800000" flipV="1">
            <a:off x="1034223" y="1647466"/>
            <a:ext cx="982058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Smart Student Hub is a digital platform designed to help students manage their academic and co-curricular achievements in one place. In many institutions, student records are still stored in paper documents or scattered files, which makes management and verification difficult. This project provides a centralized system where students can upload certificates, achievements, and important records. Faculty members can verify these submissions to ensure authenticity and accuracy. The system automatically organizes the information and creates a digital portfolio for each student. It reduces manual work for teachers and institutions by simplifying documentation and record management. Recruiters can easily view verified student profiles and evaluate candidates more efficiently. Overall, Smart Student Hub improves transparency, saves time, and supports the digital transformation of the education system</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62794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524B2-1EDE-E933-16DB-4278217E7CD3}"/>
              </a:ext>
            </a:extLst>
          </p:cNvPr>
          <p:cNvSpPr>
            <a:spLocks noGrp="1"/>
          </p:cNvSpPr>
          <p:nvPr>
            <p:ph type="title"/>
          </p:nvPr>
        </p:nvSpPr>
        <p:spPr/>
        <p:txBody>
          <a:bodyPr/>
          <a:lstStyle/>
          <a:p>
            <a:pPr algn="ctr"/>
            <a:r>
              <a:rPr lang="en-US" b="1" u="sng" dirty="0"/>
              <a:t>System Requirements</a:t>
            </a:r>
            <a:endParaRPr lang="en-IN" b="1" u="sng" dirty="0"/>
          </a:p>
        </p:txBody>
      </p:sp>
      <p:sp>
        <p:nvSpPr>
          <p:cNvPr id="3" name="Content Placeholder 2">
            <a:extLst>
              <a:ext uri="{FF2B5EF4-FFF2-40B4-BE49-F238E27FC236}">
                <a16:creationId xmlns:a16="http://schemas.microsoft.com/office/drawing/2014/main" id="{211E5D65-EF94-3291-C207-82F2A99AB98F}"/>
              </a:ext>
            </a:extLst>
          </p:cNvPr>
          <p:cNvSpPr>
            <a:spLocks noGrp="1"/>
          </p:cNvSpPr>
          <p:nvPr>
            <p:ph sz="half" idx="1"/>
          </p:nvPr>
        </p:nvSpPr>
        <p:spPr/>
        <p:txBody>
          <a:bodyPr/>
          <a:lstStyle/>
          <a:p>
            <a:pPr marL="0" indent="0">
              <a:buNone/>
            </a:pPr>
            <a:r>
              <a:rPr lang="en-US" sz="3200" b="1" dirty="0"/>
              <a:t>Hardware Requirements:</a:t>
            </a:r>
          </a:p>
          <a:p>
            <a:pPr marL="0" indent="0">
              <a:buNone/>
            </a:pPr>
            <a:endParaRPr lang="en-US" sz="3200" b="1" dirty="0"/>
          </a:p>
        </p:txBody>
      </p:sp>
      <p:sp>
        <p:nvSpPr>
          <p:cNvPr id="4" name="Content Placeholder 3">
            <a:extLst>
              <a:ext uri="{FF2B5EF4-FFF2-40B4-BE49-F238E27FC236}">
                <a16:creationId xmlns:a16="http://schemas.microsoft.com/office/drawing/2014/main" id="{9FC795A9-C41C-C46D-5774-60E0AA4110FF}"/>
              </a:ext>
            </a:extLst>
          </p:cNvPr>
          <p:cNvSpPr>
            <a:spLocks noGrp="1"/>
          </p:cNvSpPr>
          <p:nvPr>
            <p:ph sz="half" idx="2"/>
          </p:nvPr>
        </p:nvSpPr>
        <p:spPr/>
        <p:txBody>
          <a:bodyPr/>
          <a:lstStyle/>
          <a:p>
            <a:pPr marL="0" indent="0">
              <a:buNone/>
            </a:pPr>
            <a:r>
              <a:rPr lang="en-US" sz="3200" b="1" dirty="0"/>
              <a:t>Software Requirements:</a:t>
            </a:r>
          </a:p>
          <a:p>
            <a:r>
              <a:rPr lang="en-IN" sz="2400" dirty="0"/>
              <a:t>Frontend: React, Next.js, Tailwind       CSS</a:t>
            </a:r>
          </a:p>
          <a:p>
            <a:r>
              <a:rPr lang="en-IN" sz="2400" dirty="0"/>
              <a:t>Backend: Node.js + Express</a:t>
            </a:r>
          </a:p>
          <a:p>
            <a:r>
              <a:rPr lang="en-IN" sz="2400" dirty="0"/>
              <a:t>Database: PostgreSQL</a:t>
            </a:r>
          </a:p>
          <a:p>
            <a:r>
              <a:rPr lang="en-IN" sz="2400" dirty="0"/>
              <a:t>CLOUD :</a:t>
            </a:r>
          </a:p>
          <a:p>
            <a:pPr marL="0" indent="0">
              <a:buNone/>
            </a:pPr>
            <a:endParaRPr lang="en-IN" dirty="0"/>
          </a:p>
        </p:txBody>
      </p:sp>
      <p:sp>
        <p:nvSpPr>
          <p:cNvPr id="6" name="Rectangle 2">
            <a:extLst>
              <a:ext uri="{FF2B5EF4-FFF2-40B4-BE49-F238E27FC236}">
                <a16:creationId xmlns:a16="http://schemas.microsoft.com/office/drawing/2014/main" id="{A710532F-9183-A54D-32E0-C0A21E11E013}"/>
              </a:ext>
            </a:extLst>
          </p:cNvPr>
          <p:cNvSpPr>
            <a:spLocks noChangeArrowheads="1"/>
          </p:cNvSpPr>
          <p:nvPr/>
        </p:nvSpPr>
        <p:spPr bwMode="auto">
          <a:xfrm>
            <a:off x="838200" y="2566742"/>
            <a:ext cx="489054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Devices</a:t>
            </a:r>
            <a:r>
              <a:rPr kumimoji="0" lang="en-US" altLang="en-US" sz="1800" b="0" i="0" u="none" strike="noStrike" cap="none" normalizeH="0" baseline="0" dirty="0">
                <a:ln>
                  <a:noFill/>
                </a:ln>
                <a:solidFill>
                  <a:schemeClr val="tx1"/>
                </a:solidFill>
                <a:effectLst/>
                <a:latin typeface="Arial" panose="020B0604020202020204" pitchFamily="34" charset="0"/>
              </a:rPr>
              <a:t> – Desktops, laptops, mobiles, tablets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Processor</a:t>
            </a:r>
            <a:r>
              <a:rPr kumimoji="0" lang="en-US" altLang="en-US" sz="1800" b="0" i="0" u="none" strike="noStrike" cap="none" normalizeH="0" baseline="0" dirty="0">
                <a:ln>
                  <a:noFill/>
                </a:ln>
                <a:solidFill>
                  <a:schemeClr val="tx1"/>
                </a:solidFill>
                <a:effectLst/>
                <a:latin typeface="Arial" panose="020B0604020202020204" pitchFamily="34" charset="0"/>
              </a:rPr>
              <a:t> – Dual-core or higher systems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Network</a:t>
            </a:r>
            <a:r>
              <a:rPr kumimoji="0" lang="en-US" altLang="en-US" sz="1800" b="0" i="0" u="none" strike="noStrike" cap="none" normalizeH="0" baseline="0" dirty="0">
                <a:ln>
                  <a:noFill/>
                </a:ln>
                <a:solidFill>
                  <a:schemeClr val="tx1"/>
                </a:solidFill>
                <a:effectLst/>
                <a:latin typeface="Arial" panose="020B0604020202020204" pitchFamily="34" charset="0"/>
              </a:rPr>
              <a:t> – Stable internet connection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Storage</a:t>
            </a:r>
            <a:r>
              <a:rPr kumimoji="0" lang="en-US" altLang="en-US" sz="1800" b="0" i="0" u="none" strike="noStrike" cap="none" normalizeH="0" baseline="0" dirty="0">
                <a:ln>
                  <a:noFill/>
                </a:ln>
                <a:solidFill>
                  <a:schemeClr val="tx1"/>
                </a:solidFill>
                <a:effectLst/>
                <a:latin typeface="Arial" panose="020B0604020202020204" pitchFamily="34" charset="0"/>
              </a:rPr>
              <a:t> – No minimum storage required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(data stored in cloud)</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4378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A982-AD26-5071-05A2-064A547AE720}"/>
              </a:ext>
            </a:extLst>
          </p:cNvPr>
          <p:cNvSpPr>
            <a:spLocks noGrp="1"/>
          </p:cNvSpPr>
          <p:nvPr>
            <p:ph type="title"/>
          </p:nvPr>
        </p:nvSpPr>
        <p:spPr/>
        <p:txBody>
          <a:bodyPr/>
          <a:lstStyle/>
          <a:p>
            <a:r>
              <a:rPr lang="en-US" u="sng" dirty="0"/>
              <a:t>Existing system</a:t>
            </a:r>
            <a:r>
              <a:rPr lang="en-US" dirty="0"/>
              <a:t>:</a:t>
            </a:r>
            <a:endParaRPr lang="en-IN" dirty="0"/>
          </a:p>
        </p:txBody>
      </p:sp>
      <p:sp>
        <p:nvSpPr>
          <p:cNvPr id="3" name="Content Placeholder 2">
            <a:extLst>
              <a:ext uri="{FF2B5EF4-FFF2-40B4-BE49-F238E27FC236}">
                <a16:creationId xmlns:a16="http://schemas.microsoft.com/office/drawing/2014/main" id="{134A8D35-1924-E983-01A9-C5923D747B32}"/>
              </a:ext>
            </a:extLst>
          </p:cNvPr>
          <p:cNvSpPr>
            <a:spLocks noGrp="1"/>
          </p:cNvSpPr>
          <p:nvPr>
            <p:ph idx="1"/>
          </p:nvPr>
        </p:nvSpPr>
        <p:spPr>
          <a:xfrm>
            <a:off x="838200" y="1569987"/>
            <a:ext cx="10515600" cy="4351338"/>
          </a:xfrm>
        </p:spPr>
        <p:txBody>
          <a:bodyPr>
            <a:normAutofit/>
          </a:bodyPr>
          <a:lstStyle/>
          <a:p>
            <a:r>
              <a:rPr lang="en-US" b="1" dirty="0"/>
              <a:t>DigiLocker / NAD</a:t>
            </a:r>
            <a:r>
              <a:rPr lang="en-US" dirty="0"/>
              <a:t>: Stores academic certificates, but doesn’t handle co-curricular records or full student portfolios.</a:t>
            </a:r>
          </a:p>
          <a:p>
            <a:r>
              <a:rPr lang="en-US" b="1" dirty="0"/>
              <a:t>Academic Bank of Credits (ABC): </a:t>
            </a:r>
            <a:r>
              <a:rPr lang="en-US" dirty="0"/>
              <a:t>Tracks academic credits, but not achievements, skills, or verified profiles.</a:t>
            </a:r>
          </a:p>
          <a:p>
            <a:r>
              <a:rPr lang="en-US" b="1" dirty="0"/>
              <a:t>College ERP systems: </a:t>
            </a:r>
            <a:r>
              <a:rPr lang="en-US" dirty="0"/>
              <a:t>Manage attendance/marks, but are not unified, secure, or portfolio-based.</a:t>
            </a:r>
          </a:p>
          <a:p>
            <a:r>
              <a:rPr lang="en-US" b="1" dirty="0"/>
              <a:t>Blockchain credential prototypes: </a:t>
            </a:r>
            <a:r>
              <a:rPr lang="en-US" dirty="0"/>
              <a:t>Exist in research, but not widely used or complete for student profiling.</a:t>
            </a:r>
            <a:endParaRPr lang="en-IN" dirty="0"/>
          </a:p>
        </p:txBody>
      </p:sp>
    </p:spTree>
    <p:extLst>
      <p:ext uri="{BB962C8B-B14F-4D97-AF65-F5344CB8AC3E}">
        <p14:creationId xmlns:p14="http://schemas.microsoft.com/office/powerpoint/2010/main" val="1853081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C813-28BA-141F-80FE-D6C07396918C}"/>
              </a:ext>
            </a:extLst>
          </p:cNvPr>
          <p:cNvSpPr>
            <a:spLocks noGrp="1"/>
          </p:cNvSpPr>
          <p:nvPr>
            <p:ph type="title"/>
          </p:nvPr>
        </p:nvSpPr>
        <p:spPr/>
        <p:txBody>
          <a:bodyPr/>
          <a:lstStyle/>
          <a:p>
            <a:r>
              <a:rPr lang="en-US" u="sng" dirty="0"/>
              <a:t>Proposed System:</a:t>
            </a:r>
            <a:endParaRPr lang="en-IN" u="sng" dirty="0"/>
          </a:p>
        </p:txBody>
      </p:sp>
      <p:sp>
        <p:nvSpPr>
          <p:cNvPr id="3" name="Content Placeholder 2">
            <a:extLst>
              <a:ext uri="{FF2B5EF4-FFF2-40B4-BE49-F238E27FC236}">
                <a16:creationId xmlns:a16="http://schemas.microsoft.com/office/drawing/2014/main" id="{FCE4491E-A08C-7D35-F791-34AE021D42C8}"/>
              </a:ext>
            </a:extLst>
          </p:cNvPr>
          <p:cNvSpPr>
            <a:spLocks noGrp="1"/>
          </p:cNvSpPr>
          <p:nvPr>
            <p:ph idx="1"/>
          </p:nvPr>
        </p:nvSpPr>
        <p:spPr>
          <a:xfrm>
            <a:off x="710382" y="1553036"/>
            <a:ext cx="10515600" cy="4351338"/>
          </a:xfrm>
        </p:spPr>
        <p:txBody>
          <a:bodyPr>
            <a:normAutofit/>
          </a:bodyPr>
          <a:lstStyle/>
          <a:p>
            <a:r>
              <a:rPr lang="en-US" b="1" dirty="0"/>
              <a:t>Smart Student Hub </a:t>
            </a:r>
            <a:r>
              <a:rPr lang="en-US" dirty="0"/>
              <a:t>offers a single digital platform where students can upload and store all their academic and co-curricular achievements. Teachers can easily verify these records, and the system automatically generates a complete digital portfolio for each student. Institutions can quickly prepare NAAC/NIRF reports using </a:t>
            </a:r>
            <a:r>
              <a:rPr lang="en-US" dirty="0" err="1"/>
              <a:t>organised</a:t>
            </a:r>
            <a:r>
              <a:rPr lang="en-US" dirty="0"/>
              <a:t> data, and recruiters can access verified student profiles. This creates a simple, secure, and efficient way to manage student achievements.</a:t>
            </a:r>
          </a:p>
          <a:p>
            <a:r>
              <a:rPr lang="en-IN" b="1" dirty="0"/>
              <a:t>System Flow:</a:t>
            </a:r>
          </a:p>
          <a:p>
            <a:pPr marL="0" indent="0">
              <a:buNone/>
            </a:pPr>
            <a:r>
              <a:rPr lang="en-IN" dirty="0"/>
              <a:t>   Student uploads + faculty input + institutional data + </a:t>
            </a:r>
          </a:p>
          <a:p>
            <a:pPr marL="0" indent="0">
              <a:buNone/>
            </a:pPr>
            <a:r>
              <a:rPr lang="en-IN" dirty="0"/>
              <a:t>   faculty  verification + Dashboards , portfolios and reports.</a:t>
            </a:r>
          </a:p>
        </p:txBody>
      </p:sp>
    </p:spTree>
    <p:extLst>
      <p:ext uri="{BB962C8B-B14F-4D97-AF65-F5344CB8AC3E}">
        <p14:creationId xmlns:p14="http://schemas.microsoft.com/office/powerpoint/2010/main" val="675908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206AF7-F48B-C048-4284-932EB237D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3974" y="0"/>
            <a:ext cx="4975123" cy="6858000"/>
          </a:xfrm>
          <a:prstGeom prst="rect">
            <a:avLst/>
          </a:prstGeom>
        </p:spPr>
      </p:pic>
      <p:sp>
        <p:nvSpPr>
          <p:cNvPr id="7" name="TextBox 6">
            <a:extLst>
              <a:ext uri="{FF2B5EF4-FFF2-40B4-BE49-F238E27FC236}">
                <a16:creationId xmlns:a16="http://schemas.microsoft.com/office/drawing/2014/main" id="{F6A42916-7A65-5FD9-22FF-5F737E8B29CC}"/>
              </a:ext>
            </a:extLst>
          </p:cNvPr>
          <p:cNvSpPr txBox="1"/>
          <p:nvPr/>
        </p:nvSpPr>
        <p:spPr>
          <a:xfrm>
            <a:off x="235974" y="176981"/>
            <a:ext cx="9016181" cy="523220"/>
          </a:xfrm>
          <a:prstGeom prst="rect">
            <a:avLst/>
          </a:prstGeom>
          <a:noFill/>
        </p:spPr>
        <p:txBody>
          <a:bodyPr wrap="square">
            <a:spAutoFit/>
          </a:bodyPr>
          <a:lstStyle/>
          <a:p>
            <a:r>
              <a:rPr lang="en-IN" sz="2800" u="sng" dirty="0"/>
              <a:t>Use case:</a:t>
            </a:r>
            <a:endParaRPr lang="en-IN" u="sng" dirty="0"/>
          </a:p>
        </p:txBody>
      </p:sp>
    </p:spTree>
    <p:extLst>
      <p:ext uri="{BB962C8B-B14F-4D97-AF65-F5344CB8AC3E}">
        <p14:creationId xmlns:p14="http://schemas.microsoft.com/office/powerpoint/2010/main" val="2517492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1C2709-24C6-4498-688F-A95FAFFB2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4350" y="511279"/>
            <a:ext cx="3543300" cy="6056670"/>
          </a:xfrm>
          <a:prstGeom prst="rect">
            <a:avLst/>
          </a:prstGeom>
        </p:spPr>
      </p:pic>
      <p:sp>
        <p:nvSpPr>
          <p:cNvPr id="5" name="TextBox 4">
            <a:extLst>
              <a:ext uri="{FF2B5EF4-FFF2-40B4-BE49-F238E27FC236}">
                <a16:creationId xmlns:a16="http://schemas.microsoft.com/office/drawing/2014/main" id="{8DAF3503-17A4-D7D3-8723-2D217A996CED}"/>
              </a:ext>
            </a:extLst>
          </p:cNvPr>
          <p:cNvSpPr txBox="1"/>
          <p:nvPr/>
        </p:nvSpPr>
        <p:spPr>
          <a:xfrm>
            <a:off x="235974" y="290051"/>
            <a:ext cx="8790039" cy="523220"/>
          </a:xfrm>
          <a:prstGeom prst="rect">
            <a:avLst/>
          </a:prstGeom>
          <a:noFill/>
        </p:spPr>
        <p:txBody>
          <a:bodyPr wrap="square">
            <a:spAutoFit/>
          </a:bodyPr>
          <a:lstStyle/>
          <a:p>
            <a:r>
              <a:rPr lang="en-IN" sz="2800" u="sng" dirty="0"/>
              <a:t>Activity diagram:</a:t>
            </a:r>
          </a:p>
        </p:txBody>
      </p:sp>
    </p:spTree>
    <p:extLst>
      <p:ext uri="{BB962C8B-B14F-4D97-AF65-F5344CB8AC3E}">
        <p14:creationId xmlns:p14="http://schemas.microsoft.com/office/powerpoint/2010/main" val="2105028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7F5672-42BA-EA46-4ABE-1D5ED345B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9937" y="357187"/>
            <a:ext cx="5572125" cy="6143625"/>
          </a:xfrm>
          <a:prstGeom prst="rect">
            <a:avLst/>
          </a:prstGeom>
        </p:spPr>
      </p:pic>
      <p:sp>
        <p:nvSpPr>
          <p:cNvPr id="5" name="TextBox 4">
            <a:extLst>
              <a:ext uri="{FF2B5EF4-FFF2-40B4-BE49-F238E27FC236}">
                <a16:creationId xmlns:a16="http://schemas.microsoft.com/office/drawing/2014/main" id="{9D0610BE-1F6E-0E0D-58BF-4D69A2EA59B5}"/>
              </a:ext>
            </a:extLst>
          </p:cNvPr>
          <p:cNvSpPr txBox="1"/>
          <p:nvPr/>
        </p:nvSpPr>
        <p:spPr>
          <a:xfrm>
            <a:off x="226142" y="226142"/>
            <a:ext cx="8917858" cy="461665"/>
          </a:xfrm>
          <a:prstGeom prst="rect">
            <a:avLst/>
          </a:prstGeom>
          <a:noFill/>
        </p:spPr>
        <p:txBody>
          <a:bodyPr wrap="square">
            <a:spAutoFit/>
          </a:bodyPr>
          <a:lstStyle/>
          <a:p>
            <a:r>
              <a:rPr lang="en-IN" sz="2400" u="sng" dirty="0"/>
              <a:t>Class diagram:</a:t>
            </a:r>
          </a:p>
        </p:txBody>
      </p:sp>
    </p:spTree>
    <p:extLst>
      <p:ext uri="{BB962C8B-B14F-4D97-AF65-F5344CB8AC3E}">
        <p14:creationId xmlns:p14="http://schemas.microsoft.com/office/powerpoint/2010/main" val="194031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0C6EBB-DDF3-E294-A277-6324E54A6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5625" y="1181099"/>
            <a:ext cx="6000750" cy="5190203"/>
          </a:xfrm>
          <a:prstGeom prst="rect">
            <a:avLst/>
          </a:prstGeom>
        </p:spPr>
      </p:pic>
      <p:sp>
        <p:nvSpPr>
          <p:cNvPr id="5" name="TextBox 4">
            <a:extLst>
              <a:ext uri="{FF2B5EF4-FFF2-40B4-BE49-F238E27FC236}">
                <a16:creationId xmlns:a16="http://schemas.microsoft.com/office/drawing/2014/main" id="{28FC5033-8DA1-5FDD-1CDE-2A9908573115}"/>
              </a:ext>
            </a:extLst>
          </p:cNvPr>
          <p:cNvSpPr txBox="1"/>
          <p:nvPr/>
        </p:nvSpPr>
        <p:spPr>
          <a:xfrm>
            <a:off x="334298" y="486698"/>
            <a:ext cx="9075174" cy="461665"/>
          </a:xfrm>
          <a:prstGeom prst="rect">
            <a:avLst/>
          </a:prstGeom>
          <a:noFill/>
        </p:spPr>
        <p:txBody>
          <a:bodyPr wrap="square">
            <a:spAutoFit/>
          </a:bodyPr>
          <a:lstStyle/>
          <a:p>
            <a:r>
              <a:rPr lang="en-IN" sz="2400" u="sng" dirty="0"/>
              <a:t>Sequence diagram:</a:t>
            </a:r>
          </a:p>
        </p:txBody>
      </p:sp>
    </p:spTree>
    <p:extLst>
      <p:ext uri="{BB962C8B-B14F-4D97-AF65-F5344CB8AC3E}">
        <p14:creationId xmlns:p14="http://schemas.microsoft.com/office/powerpoint/2010/main" val="2986409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799817-A07F-9067-3D88-92A3410AB3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7824" y="591650"/>
            <a:ext cx="6667500" cy="5705475"/>
          </a:xfrm>
          <a:prstGeom prst="rect">
            <a:avLst/>
          </a:prstGeom>
        </p:spPr>
      </p:pic>
      <p:sp>
        <p:nvSpPr>
          <p:cNvPr id="7" name="TextBox 6">
            <a:extLst>
              <a:ext uri="{FF2B5EF4-FFF2-40B4-BE49-F238E27FC236}">
                <a16:creationId xmlns:a16="http://schemas.microsoft.com/office/drawing/2014/main" id="{21497DF8-2A39-F147-6F17-51C743F016A0}"/>
              </a:ext>
            </a:extLst>
          </p:cNvPr>
          <p:cNvSpPr txBox="1"/>
          <p:nvPr/>
        </p:nvSpPr>
        <p:spPr>
          <a:xfrm>
            <a:off x="285137" y="376207"/>
            <a:ext cx="8917858" cy="430887"/>
          </a:xfrm>
          <a:prstGeom prst="rect">
            <a:avLst/>
          </a:prstGeom>
          <a:noFill/>
        </p:spPr>
        <p:txBody>
          <a:bodyPr wrap="square">
            <a:spAutoFit/>
          </a:bodyPr>
          <a:lstStyle/>
          <a:p>
            <a:r>
              <a:rPr lang="en-IN" sz="2200" u="sng" dirty="0"/>
              <a:t>Deploying diagram:</a:t>
            </a:r>
          </a:p>
        </p:txBody>
      </p:sp>
    </p:spTree>
    <p:extLst>
      <p:ext uri="{BB962C8B-B14F-4D97-AF65-F5344CB8AC3E}">
        <p14:creationId xmlns:p14="http://schemas.microsoft.com/office/powerpoint/2010/main" val="2243462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5887C-478B-9E67-DDE1-278C0A249B94}"/>
              </a:ext>
            </a:extLst>
          </p:cNvPr>
          <p:cNvSpPr>
            <a:spLocks noGrp="1"/>
          </p:cNvSpPr>
          <p:nvPr>
            <p:ph type="title"/>
          </p:nvPr>
        </p:nvSpPr>
        <p:spPr/>
        <p:txBody>
          <a:bodyPr/>
          <a:lstStyle/>
          <a:p>
            <a:r>
              <a:rPr lang="en-US" dirty="0"/>
              <a:t>                           </a:t>
            </a:r>
            <a:r>
              <a:rPr lang="en-US" b="1" u="sng" dirty="0"/>
              <a:t>FUTURE SCOPE </a:t>
            </a:r>
            <a:endParaRPr lang="en-IN" b="1" u="sng" dirty="0"/>
          </a:p>
        </p:txBody>
      </p:sp>
      <p:sp>
        <p:nvSpPr>
          <p:cNvPr id="3" name="Content Placeholder 2">
            <a:extLst>
              <a:ext uri="{FF2B5EF4-FFF2-40B4-BE49-F238E27FC236}">
                <a16:creationId xmlns:a16="http://schemas.microsoft.com/office/drawing/2014/main" id="{7776DF9C-D105-FED4-7DC4-FA011718EF70}"/>
              </a:ext>
            </a:extLst>
          </p:cNvPr>
          <p:cNvSpPr>
            <a:spLocks noGrp="1"/>
          </p:cNvSpPr>
          <p:nvPr>
            <p:ph idx="1"/>
          </p:nvPr>
        </p:nvSpPr>
        <p:spPr/>
        <p:txBody>
          <a:bodyPr>
            <a:normAutofit fontScale="92500" lnSpcReduction="10000"/>
          </a:bodyPr>
          <a:lstStyle/>
          <a:p>
            <a:pPr marL="0" indent="0">
              <a:buNone/>
            </a:pPr>
            <a:r>
              <a:rPr lang="en-IN" dirty="0"/>
              <a:t>The Smart Student Hub is scalable and can be extended with advanced features:</a:t>
            </a:r>
          </a:p>
          <a:p>
            <a:r>
              <a:rPr lang="en-IN" dirty="0"/>
              <a:t> Mobile Application (Android &amp; iOS) for on-the-go access</a:t>
            </a:r>
          </a:p>
          <a:p>
            <a:r>
              <a:rPr lang="en-IN" dirty="0"/>
              <a:t> AI-based Analytics for skill gap analysis and career recommendations</a:t>
            </a:r>
          </a:p>
          <a:p>
            <a:r>
              <a:rPr lang="en-IN" dirty="0"/>
              <a:t> Integration with LMS &amp; ERP Systems (Moodle, Canvas, SAP, etc.)</a:t>
            </a:r>
          </a:p>
          <a:p>
            <a:r>
              <a:rPr lang="en-IN" dirty="0"/>
              <a:t> Advanced Accreditation Reports for NAAC, NIRF, AICTE</a:t>
            </a:r>
          </a:p>
          <a:p>
            <a:r>
              <a:rPr lang="en-IN" dirty="0"/>
              <a:t> Blockchain-based Certificate Verification</a:t>
            </a:r>
          </a:p>
          <a:p>
            <a:r>
              <a:rPr lang="en-IN" dirty="0"/>
              <a:t>Multi-institution &amp; University-level Deployment</a:t>
            </a:r>
          </a:p>
          <a:p>
            <a:r>
              <a:rPr lang="en-IN" dirty="0"/>
              <a:t> Predictive Insights for placements and academic performance</a:t>
            </a:r>
          </a:p>
          <a:p>
            <a:r>
              <a:rPr lang="en-IN" dirty="0"/>
              <a:t> Alumni Access &amp; Lifelong Portfolio Support</a:t>
            </a:r>
          </a:p>
        </p:txBody>
      </p:sp>
    </p:spTree>
    <p:extLst>
      <p:ext uri="{BB962C8B-B14F-4D97-AF65-F5344CB8AC3E}">
        <p14:creationId xmlns:p14="http://schemas.microsoft.com/office/powerpoint/2010/main" val="2437996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EC22-CB3C-F1F3-1DA4-E3B073DB6095}"/>
              </a:ext>
            </a:extLst>
          </p:cNvPr>
          <p:cNvSpPr>
            <a:spLocks noGrp="1"/>
          </p:cNvSpPr>
          <p:nvPr>
            <p:ph type="title"/>
          </p:nvPr>
        </p:nvSpPr>
        <p:spPr/>
        <p:txBody>
          <a:bodyPr/>
          <a:lstStyle/>
          <a:p>
            <a:r>
              <a:rPr lang="en-IN" dirty="0"/>
              <a:t>        </a:t>
            </a:r>
            <a:r>
              <a:rPr lang="en-IN" b="1" u="sng" dirty="0"/>
              <a:t>Bibliography / References (Post-2020</a:t>
            </a:r>
            <a:r>
              <a:rPr lang="en-IN" dirty="0"/>
              <a:t>)</a:t>
            </a:r>
          </a:p>
        </p:txBody>
      </p:sp>
      <p:sp>
        <p:nvSpPr>
          <p:cNvPr id="4" name="Rectangle 1">
            <a:extLst>
              <a:ext uri="{FF2B5EF4-FFF2-40B4-BE49-F238E27FC236}">
                <a16:creationId xmlns:a16="http://schemas.microsoft.com/office/drawing/2014/main" id="{559F36E1-A829-F715-B622-8360F0F7FD1D}"/>
              </a:ext>
            </a:extLst>
          </p:cNvPr>
          <p:cNvSpPr>
            <a:spLocks noGrp="1" noChangeArrowheads="1"/>
          </p:cNvSpPr>
          <p:nvPr>
            <p:ph idx="1"/>
          </p:nvPr>
        </p:nvSpPr>
        <p:spPr bwMode="auto">
          <a:xfrm>
            <a:off x="737418" y="1603486"/>
            <a:ext cx="1138944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Ministry of Education, Government of India.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National Education Policy (NEP) 2020.</a:t>
            </a:r>
            <a:r>
              <a:rPr kumimoji="0" lang="en-US" altLang="en-US" sz="1800" b="0" i="0" u="none" strike="noStrike" cap="none" normalizeH="0" baseline="0" dirty="0">
                <a:ln>
                  <a:noFill/>
                </a:ln>
                <a:solidFill>
                  <a:schemeClr val="tx1"/>
                </a:solidFill>
                <a:effectLst/>
                <a:latin typeface="Arial" panose="020B0604020202020204" pitchFamily="34" charset="0"/>
              </a:rPr>
              <a:t>, 2020.</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National Assessment and Accreditation Council (NAAC).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Revised Accreditation Framework </a:t>
            </a:r>
          </a:p>
          <a:p>
            <a:pPr marR="0" lvl="0" algn="l" defTabSz="914400" rtl="0" eaLnBrk="0" fontAlgn="base" latinLnBrk="0" hangingPunct="0">
              <a:lnSpc>
                <a:spcPct val="100000"/>
              </a:lnSpc>
              <a:spcBef>
                <a:spcPct val="0"/>
              </a:spcBef>
              <a:spcAft>
                <a:spcPct val="0"/>
              </a:spcAft>
              <a:buClrTx/>
              <a:buSzTx/>
              <a:tabLst/>
            </a:pPr>
            <a:r>
              <a:rPr kumimoji="0" lang="en-US" altLang="en-US" sz="1800" b="0" i="1" u="none" strike="noStrike" cap="none" normalizeH="0" baseline="0" dirty="0">
                <a:ln>
                  <a:noFill/>
                </a:ln>
                <a:solidFill>
                  <a:schemeClr val="tx1"/>
                </a:solidFill>
                <a:effectLst/>
                <a:latin typeface="Arial" panose="020B0604020202020204" pitchFamily="34" charset="0"/>
              </a:rPr>
              <a:t>&amp; Metrics.</a:t>
            </a:r>
            <a:r>
              <a:rPr kumimoji="0" lang="en-US" altLang="en-US" sz="1800" b="0" i="0" u="none" strike="noStrike" cap="none" normalizeH="0" baseline="0" dirty="0">
                <a:ln>
                  <a:noFill/>
                </a:ln>
                <a:solidFill>
                  <a:schemeClr val="tx1"/>
                </a:solidFill>
                <a:effectLst/>
                <a:latin typeface="Arial" panose="020B0604020202020204" pitchFamily="34" charset="0"/>
              </a:rPr>
              <a:t>, 2021.</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All India Council for Technical Education (AICTE).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Model Curriculum &amp; Digital Education Initiatives.</a:t>
            </a:r>
            <a:r>
              <a:rPr kumimoji="0" lang="en-US" altLang="en-US" sz="1800" b="0" i="0" u="none" strike="noStrike" cap="none" normalizeH="0" baseline="0" dirty="0">
                <a:ln>
                  <a:noFill/>
                </a:ln>
                <a:solidFill>
                  <a:schemeClr val="tx1"/>
                </a:solidFill>
                <a:effectLst/>
                <a:latin typeface="Arial" panose="020B0604020202020204" pitchFamily="34" charset="0"/>
              </a:rPr>
              <a:t>, 2022.</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ISO/IEC 25010.</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Systems and Software Quality Models.</a:t>
            </a:r>
            <a:r>
              <a:rPr kumimoji="0" lang="en-US" altLang="en-US" sz="1800" b="0" i="0" u="none" strike="noStrike" cap="none" normalizeH="0" baseline="0" dirty="0">
                <a:ln>
                  <a:noFill/>
                </a:ln>
                <a:solidFill>
                  <a:schemeClr val="tx1"/>
                </a:solidFill>
                <a:effectLst/>
                <a:latin typeface="Arial" panose="020B0604020202020204" pitchFamily="34" charset="0"/>
              </a:rPr>
              <a:t>, 2023.</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Sommerville, 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Software Engineering (10th Edition).</a:t>
            </a:r>
            <a:r>
              <a:rPr kumimoji="0" lang="en-US" altLang="en-US" sz="1800" b="0" i="0" u="none" strike="noStrike" cap="none" normalizeH="0" baseline="0" dirty="0">
                <a:ln>
                  <a:noFill/>
                </a:ln>
                <a:solidFill>
                  <a:schemeClr val="tx1"/>
                </a:solidFill>
                <a:effectLst/>
                <a:latin typeface="Arial" panose="020B0604020202020204" pitchFamily="34" charset="0"/>
              </a:rPr>
              <a:t> Pearson Education, 2021.</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PostgreSQL Global Development Group.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PostgreSQL Official Documentation.</a:t>
            </a:r>
            <a:r>
              <a:rPr kumimoji="0" lang="en-US" altLang="en-US" sz="1800" b="0" i="0" u="none" strike="noStrike" cap="none" normalizeH="0" baseline="0" dirty="0">
                <a:ln>
                  <a:noFill/>
                </a:ln>
                <a:solidFill>
                  <a:schemeClr val="tx1"/>
                </a:solidFill>
                <a:effectLst/>
                <a:latin typeface="Arial" panose="020B0604020202020204" pitchFamily="34" charset="0"/>
              </a:rPr>
              <a:t>, 2023.</a:t>
            </a:r>
          </a:p>
        </p:txBody>
      </p:sp>
    </p:spTree>
    <p:extLst>
      <p:ext uri="{BB962C8B-B14F-4D97-AF65-F5344CB8AC3E}">
        <p14:creationId xmlns:p14="http://schemas.microsoft.com/office/powerpoint/2010/main" val="1280598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7C4EB-A156-6DE2-398E-2160EFFD6F19}"/>
              </a:ext>
            </a:extLst>
          </p:cNvPr>
          <p:cNvSpPr>
            <a:spLocks noGrp="1"/>
          </p:cNvSpPr>
          <p:nvPr>
            <p:ph type="title"/>
          </p:nvPr>
        </p:nvSpPr>
        <p:spPr>
          <a:xfrm>
            <a:off x="739877" y="2508557"/>
            <a:ext cx="10515600" cy="1325563"/>
          </a:xfrm>
        </p:spPr>
        <p:txBody>
          <a:bodyPr/>
          <a:lstStyle/>
          <a:p>
            <a:pPr algn="ctr"/>
            <a:r>
              <a:rPr lang="en-US" dirty="0"/>
              <a:t>THANK YOU</a:t>
            </a:r>
            <a:endParaRPr lang="en-IN" dirty="0"/>
          </a:p>
        </p:txBody>
      </p:sp>
    </p:spTree>
    <p:extLst>
      <p:ext uri="{BB962C8B-B14F-4D97-AF65-F5344CB8AC3E}">
        <p14:creationId xmlns:p14="http://schemas.microsoft.com/office/powerpoint/2010/main" val="4142817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780</Words>
  <Application>Microsoft Office PowerPoint</Application>
  <PresentationFormat>Widescreen</PresentationFormat>
  <Paragraphs>64</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    Smart Student Hub</vt:lpstr>
      <vt:lpstr>                                Abstract </vt:lpstr>
      <vt:lpstr>                      INTRODUCTION</vt:lpstr>
      <vt:lpstr>System Requirements</vt:lpstr>
      <vt:lpstr>Existing system:</vt:lpstr>
      <vt:lpstr>Proposed System:</vt:lpstr>
      <vt:lpstr>PowerPoint Presentation</vt:lpstr>
      <vt:lpstr>PowerPoint Presentation</vt:lpstr>
      <vt:lpstr>PowerPoint Presentation</vt:lpstr>
      <vt:lpstr>PowerPoint Presentation</vt:lpstr>
      <vt:lpstr>PowerPoint Presentation</vt:lpstr>
      <vt:lpstr>                           FUTURE SCOPE </vt:lpstr>
      <vt:lpstr>        Bibliography / References (Post-2020)</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avvari avinash</dc:creator>
  <cp:lastModifiedBy>bharatsharma73771@outlook.com</cp:lastModifiedBy>
  <cp:revision>3</cp:revision>
  <dcterms:created xsi:type="dcterms:W3CDTF">2025-12-09T19:25:21Z</dcterms:created>
  <dcterms:modified xsi:type="dcterms:W3CDTF">2026-03-06T15:48:47Z</dcterms:modified>
</cp:coreProperties>
</file>